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표지" descr="표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문제" descr="문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해법" descr="해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핵심 기능 ①" descr="핵심 기능 ①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핵심 기능 ②" descr="핵심 기능 ②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레벨과 뱃지" descr="레벨과 뱃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비슷한 서비스" descr="비슷한 서비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어떻게 만드나" descr="어떻게 만드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계획" descr="계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성공 기준" descr="성공 기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출처" descr="출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마무리" descr="마무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생활쓰레기 분류 AI 도우미 (원본 그대로)</dc:title>
  <dc:subject>PptxGenJS Presentation</dc:subject>
  <dc:creator>PptxGenJS</dc:creator>
  <cp:lastModifiedBy>PptxGenJS</cp:lastModifiedBy>
  <cp:revision>1</cp:revision>
  <dcterms:created xsi:type="dcterms:W3CDTF">2026-10-12T05:33:57Z</dcterms:created>
  <dcterms:modified xsi:type="dcterms:W3CDTF">2026-10-12T05:33:57Z</dcterms:modified>
</cp:coreProperties>
</file>